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Override PartName="/ppt/slides/slided.xml" ContentType="application/vnd.openxmlformats-officedocument.presentationml.slide+xml"/>
  <Override PartName="/ppt/notesSlides/notesSlidec.xml" ContentType="application/vnd.openxmlformats-officedocument.presentationml.notesSlide+xml"/>
  <Override PartName="/ppt/slides/slidee.xml" ContentType="application/vnd.openxmlformats-officedocument.presentationml.slide+xml"/>
  <Override PartName="/ppt/notesSlides/notesSlided.xml" ContentType="application/vnd.openxmlformats-officedocument.presentationml.notesSlide+xml"/>
  <Override PartName="/ppt/slides/slidef.xml" ContentType="application/vnd.openxmlformats-officedocument.presentationml.slide+xml"/>
  <Override PartName="/ppt/notesSlides/notesSlidee.xml" ContentType="application/vnd.openxmlformats-officedocument.presentationml.notesSlide+xml"/>
  <Override PartName="/ppt/slides/slide10.xml" ContentType="application/vnd.openxmlformats-officedocument.presentationml.slide+xml"/>
  <Override PartName="/ppt/notesSlides/notesSlidef.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 id="268" r:id="RelId11"/>
    <p:sldId id="269" r:id="RelId12"/>
    <p:sldId id="270" r:id="RelId13"/>
    <p:sldId id="271" r:id="RelId14"/>
    <p:sldId id="272" r:id="RelId15"/>
    <p:sldId id="273" r:id="RelId16"/>
    <p:sldId id="274" r:id="Rel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 Type="http://schemas.openxmlformats.org/officeDocument/2006/relationships/slide" Target="/ppt/slides/slided.xml" Id="RelId11" /><Relationship Type="http://schemas.openxmlformats.org/officeDocument/2006/relationships/slide" Target="/ppt/slides/slidee.xml" Id="RelId12" /><Relationship Type="http://schemas.openxmlformats.org/officeDocument/2006/relationships/slide" Target="/ppt/slides/slidef.xml" Id="RelId13" /><Relationship Type="http://schemas.openxmlformats.org/officeDocument/2006/relationships/slide" Target="/ppt/slides/slide10.xml" Id="RelId14" /><Relationship Type="http://schemas.openxmlformats.org/officeDocument/2006/relationships/slide" Target="/ppt/slides/slide11.xml" Id="RelId15" /><Relationship Type="http://schemas.openxmlformats.org/officeDocument/2006/relationships/slide" Target="/ppt/slides/slide12.xml" Id="RelId16" /><Relationship Type="http://schemas.openxmlformats.org/officeDocument/2006/relationships/slide" Target="/ppt/slides/slide13.xml" Id="RelId17"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Trend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by Category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Product by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Supplier Contribution Analysis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Customer by Country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Distribution by Country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Growth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Customer by Title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Order Volume by Month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BoxWhiskerChart1455240051538</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Average of Shipping Duration by Country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0.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Supplied Product Count by Supplier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1.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Distribution of Product Unit Prices by Supplier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Product Pricing by Supplier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MapBySquillion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Employee Distribution by Title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Employee Tenure Distribution by Role and Country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c.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orgChart021B261450284A21B688B59A7342AC52</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d.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 by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by Product Category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 by Year and Quarter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f.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BoxWhiskerChart1455240051538</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46ee9bb9-b5b7-4860-bec8-89bae76812a9?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5f5933d8f2c34642" /><Relationship Type="http://schemas.openxmlformats.org/officeDocument/2006/relationships/slideLayout" Target="/ppt/slideLayouts/slideLayout8.xml" Id="Red73aff627034ce5" /><Relationship Type="http://schemas.openxmlformats.org/officeDocument/2006/relationships/hyperlink" Target="https://app.powerbi.com/groups/me/reports/46ee9bb9-b5b7-4860-bec8-89bae76812a9/?pbi_source=PowerPoint" TargetMode="External" Id="RelId0" /><Relationship Type="http://schemas.openxmlformats.org/officeDocument/2006/relationships/image" Target="/ppt/media/image4.png" Id="imgId105321607"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7751b1c87c9340b7" /><Relationship Type="http://schemas.openxmlformats.org/officeDocument/2006/relationships/slideLayout" Target="/ppt/slideLayouts/slideLayout8.xml" Id="R3bdf74b0f6d44c02" /><Relationship Type="http://schemas.openxmlformats.org/officeDocument/2006/relationships/hyperlink" Target="https://app.powerbi.com/groups/me/reports/46ee9bb9-b5b7-4860-bec8-89bae76812a9/?pbi_source=PowerPoint" TargetMode="External" Id="RelId1" /><Relationship Type="http://schemas.openxmlformats.org/officeDocument/2006/relationships/image" Target="/ppt/media/image5.png" Id="imgId105321608"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e7c677fcc7534389" /><Relationship Type="http://schemas.openxmlformats.org/officeDocument/2006/relationships/slideLayout" Target="/ppt/slideLayouts/slideLayout8.xml" Id="R8c8be8c2dbeb4a8b" /><Relationship Type="http://schemas.openxmlformats.org/officeDocument/2006/relationships/hyperlink" Target="https://app.powerbi.com/groups/me/reports/46ee9bb9-b5b7-4860-bec8-89bae76812a9/?pbi_source=PowerPoint" TargetMode="External" Id="RelId2" /><Relationship Type="http://schemas.openxmlformats.org/officeDocument/2006/relationships/image" Target="/ppt/media/image6.png" Id="imgId105321609"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928bcba783d34e2c" /><Relationship Type="http://schemas.openxmlformats.org/officeDocument/2006/relationships/slideLayout" Target="/ppt/slideLayouts/slideLayout8.xml" Id="R9768f08e0ed0408d" /><Relationship Type="http://schemas.openxmlformats.org/officeDocument/2006/relationships/hyperlink" Target="https://app.powerbi.com/groups/me/reports/46ee9bb9-b5b7-4860-bec8-89bae76812a9/?pbi_source=PowerPoint" TargetMode="External" Id="RelId3" /><Relationship Type="http://schemas.openxmlformats.org/officeDocument/2006/relationships/image" Target="/ppt/media/image7.png" Id="imgId105321610"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081987a42bda4069" /><Relationship Type="http://schemas.openxmlformats.org/officeDocument/2006/relationships/slideLayout" Target="/ppt/slideLayouts/slideLayout8.xml" Id="R3fb5a71359f440d8" /><Relationship Type="http://schemas.openxmlformats.org/officeDocument/2006/relationships/hyperlink" Target="https://app.powerbi.com/groups/me/reports/46ee9bb9-b5b7-4860-bec8-89bae76812a9/?pbi_source=PowerPoint" TargetMode="External" Id="RelId4" /><Relationship Type="http://schemas.openxmlformats.org/officeDocument/2006/relationships/image" Target="/ppt/media/image8.png" Id="imgId105321611"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cc9bd323f3af452f" /><Relationship Type="http://schemas.openxmlformats.org/officeDocument/2006/relationships/slideLayout" Target="/ppt/slideLayouts/slideLayout8.xml" Id="Rf9089e4064a44730" /><Relationship Type="http://schemas.openxmlformats.org/officeDocument/2006/relationships/hyperlink" Target="https://app.powerbi.com/groups/me/reports/46ee9bb9-b5b7-4860-bec8-89bae76812a9/?pbi_source=PowerPoint" TargetMode="External" Id="RelId5" /><Relationship Type="http://schemas.openxmlformats.org/officeDocument/2006/relationships/image" Target="/ppt/media/image9.png" Id="imgId105321612"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1ce09b53cc7046f3" /><Relationship Type="http://schemas.openxmlformats.org/officeDocument/2006/relationships/slideLayout" Target="/ppt/slideLayouts/slideLayout8.xml" Id="R97fd42cd7d664963" /><Relationship Type="http://schemas.openxmlformats.org/officeDocument/2006/relationships/hyperlink" Target="https://app.powerbi.com/groups/me/reports/46ee9bb9-b5b7-4860-bec8-89bae76812a9/?pbi_source=PowerPoint" TargetMode="External" Id="RelId6" /><Relationship Type="http://schemas.openxmlformats.org/officeDocument/2006/relationships/image" Target="/ppt/media/imagea.png" Id="imgId105321613"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29c83a7f2832490a" /><Relationship Type="http://schemas.openxmlformats.org/officeDocument/2006/relationships/slideLayout" Target="/ppt/slideLayouts/slideLayout8.xml" Id="Rf4aa40a027b14652" /><Relationship Type="http://schemas.openxmlformats.org/officeDocument/2006/relationships/hyperlink" Target="https://app.powerbi.com/groups/me/reports/46ee9bb9-b5b7-4860-bec8-89bae76812a9/?pbi_source=PowerPoint" TargetMode="External" Id="RelId7" /><Relationship Type="http://schemas.openxmlformats.org/officeDocument/2006/relationships/image" Target="/ppt/media/imageb.png" Id="imgId105321614" /></Relationships>
</file>

<file path=ppt/slides/_rels/slide10.xml.rels>&#65279;<?xml version="1.0" encoding="utf-8"?><Relationships xmlns="http://schemas.openxmlformats.org/package/2006/relationships"><Relationship Type="http://schemas.openxmlformats.org/officeDocument/2006/relationships/notesSlide" Target="/ppt/notesSlides/notesSlidef.xml" Id="R1c70efe9a9c54f45" /><Relationship Type="http://schemas.openxmlformats.org/officeDocument/2006/relationships/slideLayout" Target="/ppt/slideLayouts/slideLayout8.xml" Id="R489884c111d84718" /><Relationship Type="http://schemas.openxmlformats.org/officeDocument/2006/relationships/hyperlink" Target="https://app.powerbi.com/groups/me/reports/46ee9bb9-b5b7-4860-bec8-89bae76812a9/?pbi_source=PowerPoint" TargetMode="External" Id="RelId14" /><Relationship Type="http://schemas.openxmlformats.org/officeDocument/2006/relationships/image" Target="/ppt/media/image12.png" Id="imgId105321621" /></Relationships>
</file>

<file path=ppt/slides/_rels/slide11.xml.rels>&#65279;<?xml version="1.0" encoding="utf-8"?><Relationships xmlns="http://schemas.openxmlformats.org/package/2006/relationships"><Relationship Type="http://schemas.openxmlformats.org/officeDocument/2006/relationships/notesSlide" Target="/ppt/notesSlides/notesSlide10.xml" Id="R24940c41824e4462" /><Relationship Type="http://schemas.openxmlformats.org/officeDocument/2006/relationships/slideLayout" Target="/ppt/slideLayouts/slideLayout8.xml" Id="Re3abab0cb7514ca2" /><Relationship Type="http://schemas.openxmlformats.org/officeDocument/2006/relationships/hyperlink" Target="https://app.powerbi.com/groups/me/reports/46ee9bb9-b5b7-4860-bec8-89bae76812a9/?pbi_source=PowerPoint" TargetMode="External" Id="RelId15" /><Relationship Type="http://schemas.openxmlformats.org/officeDocument/2006/relationships/image" Target="/ppt/media/image13.png" Id="imgId105321622" /></Relationships>
</file>

<file path=ppt/slides/_rels/slide12.xml.rels>&#65279;<?xml version="1.0" encoding="utf-8"?><Relationships xmlns="http://schemas.openxmlformats.org/package/2006/relationships"><Relationship Type="http://schemas.openxmlformats.org/officeDocument/2006/relationships/notesSlide" Target="/ppt/notesSlides/notesSlide11.xml" Id="R0018c8d8a8fd47f5" /><Relationship Type="http://schemas.openxmlformats.org/officeDocument/2006/relationships/slideLayout" Target="/ppt/slideLayouts/slideLayout8.xml" Id="R729a915340e64bb8" /><Relationship Type="http://schemas.openxmlformats.org/officeDocument/2006/relationships/hyperlink" Target="https://app.powerbi.com/groups/me/reports/46ee9bb9-b5b7-4860-bec8-89bae76812a9/?pbi_source=PowerPoint" TargetMode="External" Id="RelId16" /><Relationship Type="http://schemas.openxmlformats.org/officeDocument/2006/relationships/image" Target="/ppt/media/image14.png" Id="imgId105321623" /></Relationships>
</file>

<file path=ppt/slides/_rels/slide13.xml.rels>&#65279;<?xml version="1.0" encoding="utf-8"?><Relationships xmlns="http://schemas.openxmlformats.org/package/2006/relationships"><Relationship Type="http://schemas.openxmlformats.org/officeDocument/2006/relationships/notesSlide" Target="/ppt/notesSlides/notesSlide12.xml" Id="R0629cfd20c8c4b7f" /><Relationship Type="http://schemas.openxmlformats.org/officeDocument/2006/relationships/slideLayout" Target="/ppt/slideLayouts/slideLayout8.xml" Id="R0660624daa0b473f" /><Relationship Type="http://schemas.openxmlformats.org/officeDocument/2006/relationships/hyperlink" Target="https://app.powerbi.com/groups/me/reports/46ee9bb9-b5b7-4860-bec8-89bae76812a9/?pbi_source=PowerPoint" TargetMode="External" Id="RelId17" /><Relationship Type="http://schemas.openxmlformats.org/officeDocument/2006/relationships/image" Target="/ppt/media/image15.png" Id="imgId105321624"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df1b1ca3991f454e" /><Relationship Type="http://schemas.openxmlformats.org/officeDocument/2006/relationships/slideLayout" Target="/ppt/slideLayouts/slideLayout8.xml" Id="R4b041e9b96e44274" /><Relationship Type="http://schemas.openxmlformats.org/officeDocument/2006/relationships/hyperlink" Target="https://app.powerbi.com/groups/me/reports/46ee9bb9-b5b7-4860-bec8-89bae76812a9/?pbi_source=PowerPoint" TargetMode="External" Id="RelId8" /><Relationship Type="http://schemas.openxmlformats.org/officeDocument/2006/relationships/image" Target="/ppt/media/imagec.png" Id="imgId105321615"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61ec60c4b7054abc" /><Relationship Type="http://schemas.openxmlformats.org/officeDocument/2006/relationships/slideLayout" Target="/ppt/slideLayouts/slideLayout8.xml" Id="Rc542edb14b964c50" /><Relationship Type="http://schemas.openxmlformats.org/officeDocument/2006/relationships/hyperlink" Target="https://app.powerbi.com/groups/me/reports/46ee9bb9-b5b7-4860-bec8-89bae76812a9/?pbi_source=PowerPoint" TargetMode="External" Id="RelId9" /><Relationship Type="http://schemas.openxmlformats.org/officeDocument/2006/relationships/image" Target="/ppt/media/imaged.png" Id="imgId105321616"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02287cfe1ea042be" /><Relationship Type="http://schemas.openxmlformats.org/officeDocument/2006/relationships/slideLayout" Target="/ppt/slideLayouts/slideLayout8.xml" Id="R9c5862d65aa14f0f" /><Relationship Type="http://schemas.openxmlformats.org/officeDocument/2006/relationships/hyperlink" Target="https://app.powerbi.com/groups/me/reports/46ee9bb9-b5b7-4860-bec8-89bae76812a9/?pbi_source=PowerPoint" TargetMode="External" Id="RelId10" /><Relationship Type="http://schemas.openxmlformats.org/officeDocument/2006/relationships/image" Target="/ppt/media/imagee.png" Id="imgId105321617" /></Relationships>
</file>

<file path=ppt/slides/_rels/slided.xml.rels>&#65279;<?xml version="1.0" encoding="utf-8"?><Relationships xmlns="http://schemas.openxmlformats.org/package/2006/relationships"><Relationship Type="http://schemas.openxmlformats.org/officeDocument/2006/relationships/notesSlide" Target="/ppt/notesSlides/notesSlidec.xml" Id="R20e4f97f2a7b467a" /><Relationship Type="http://schemas.openxmlformats.org/officeDocument/2006/relationships/slideLayout" Target="/ppt/slideLayouts/slideLayout8.xml" Id="R68cd0a0fde39420b" /><Relationship Type="http://schemas.openxmlformats.org/officeDocument/2006/relationships/hyperlink" Target="https://app.powerbi.com/groups/me/reports/46ee9bb9-b5b7-4860-bec8-89bae76812a9/?pbi_source=PowerPoint" TargetMode="External" Id="RelId11" /><Relationship Type="http://schemas.openxmlformats.org/officeDocument/2006/relationships/image" Target="/ppt/media/imagef.png" Id="imgId105321618" /></Relationships>
</file>

<file path=ppt/slides/_rels/slidee.xml.rels>&#65279;<?xml version="1.0" encoding="utf-8"?><Relationships xmlns="http://schemas.openxmlformats.org/package/2006/relationships"><Relationship Type="http://schemas.openxmlformats.org/officeDocument/2006/relationships/notesSlide" Target="/ppt/notesSlides/notesSlided.xml" Id="R68264cb7810a4768" /><Relationship Type="http://schemas.openxmlformats.org/officeDocument/2006/relationships/slideLayout" Target="/ppt/slideLayouts/slideLayout8.xml" Id="R8197446655ff4b36" /><Relationship Type="http://schemas.openxmlformats.org/officeDocument/2006/relationships/hyperlink" Target="https://app.powerbi.com/groups/me/reports/46ee9bb9-b5b7-4860-bec8-89bae76812a9/?pbi_source=PowerPoint" TargetMode="External" Id="RelId12" /><Relationship Type="http://schemas.openxmlformats.org/officeDocument/2006/relationships/image" Target="/ppt/media/image10.png" Id="imgId105321619" /></Relationships>
</file>

<file path=ppt/slides/_rels/slidef.xml.rels>&#65279;<?xml version="1.0" encoding="utf-8"?><Relationships xmlns="http://schemas.openxmlformats.org/package/2006/relationships"><Relationship Type="http://schemas.openxmlformats.org/officeDocument/2006/relationships/notesSlide" Target="/ppt/notesSlides/notesSlidee.xml" Id="R37de14d9848645ec" /><Relationship Type="http://schemas.openxmlformats.org/officeDocument/2006/relationships/slideLayout" Target="/ppt/slideLayouts/slideLayout8.xml" Id="R183304d2e4614149" /><Relationship Type="http://schemas.openxmlformats.org/officeDocument/2006/relationships/hyperlink" Target="https://app.powerbi.com/groups/me/reports/46ee9bb9-b5b7-4860-bec8-89bae76812a9/?pbi_source=PowerPoint" TargetMode="External" Id="RelId13" /><Relationship Type="http://schemas.openxmlformats.org/officeDocument/2006/relationships/image" Target="/ppt/media/image11.png" Id="imgId105321620"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Sales_Analytics</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8/29/2025 10:43:45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8/29/2025 10:38:21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textbox ,actionButton ,textbox ,textbox ,imag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0532160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Home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extbox ,textbox ,textbox ,textbox ,textbox ,actionButton ,actionButton ,actionButton ,actionButton ,textbox ,actionButton ,actionButton.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0532160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Index</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textbox ,Sales Trend Over Time ,Sales by Category ,Top Product by Revenue ,Supplier Contribution Analysis ,map ,card ,card ,card ,card ,slicer ,slicer ,slicer ,card ,actionButton ,actionButton ,image ,card.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0532160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Dashboard</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textbox ,Total Customer by Country ,Customer Distribution by Country ,card ,card ,actionButton ,actionButton.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0532161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Q1</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textbox ,Customer Growth by Year ,slicer ,card ,actionButton ,actionButton.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0532161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Q2</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textbox ,Total Customer by Title ,card ,card ,slicer ,card ,actionButton ,actionButton.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0532161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Q3</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textbox ,Order Volume by Month ,card ,card ,slicer ,actionButton ,actionButton.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0532161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Q4</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textbox ,BoxWhiskerChart1455240051538 ,slicer ,card ,card ,slicer ,actionButton ,actionButton.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10532161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Q5</a:t>
            </a:r>
          </a:p>
        </p:txBody>
      </p:sp>
    </p:spTree>
    <p:clrMapOvr>
      <a:masterClrMapping xmlns:a="http://schemas.openxmlformats.org/drawingml/2006/main"/>
    </p:clrMapOvr>
  </p:cSld>
</p:sld>
</file>

<file path=ppt/slides/slide10.xml><?xml version="1.0" encoding="utf-8"?>
<p:sld xmlns:p="http://schemas.openxmlformats.org/presentationml/2006/main">
  <p:cSld>
    <p:spTree>
      <p:nvGrpSpPr>
        <p:cNvPr id="1" name=""/>
        <p:cNvGrpSpPr/>
        <p:nvPr/>
      </p:nvGrpSpPr>
      <p:grpSpPr/>
      <p:pic>
        <p:nvPicPr>
          <p:cNvPr id="3" name="Picture" title="This slide contains the following visuals: textbox ,BoxWhiskerChart1455240051538 ,card ,card ,slicer ,actionButton ,actionButton. Please refer to the notes on this slide for details">
            <a:hlinkClick xmlns:r="http://schemas.openxmlformats.org/officeDocument/2006/relationships" xmlns:a="http://schemas.openxmlformats.org/drawingml/2006/main" r:id="RelId14"/>
          </p:cNvPr>
          <p:cNvPicPr>
            <a:picLocks xmlns:a="http://schemas.openxmlformats.org/drawingml/2006/main" noChangeAspect="1"/>
          </p:cNvPicPr>
          <p:nvPr/>
        </p:nvPicPr>
        <p:blipFill>
          <a:blip xmlns:r="http://schemas.openxmlformats.org/officeDocument/2006/relationships" xmlns:a="http://schemas.openxmlformats.org/drawingml/2006/main" r:embed="imgId10532162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Q12</a:t>
            </a:r>
          </a:p>
        </p:txBody>
      </p:sp>
    </p:spTree>
    <p:clrMapOvr>
      <a:masterClrMapping xmlns:a="http://schemas.openxmlformats.org/drawingml/2006/main"/>
    </p:clrMapOvr>
  </p:cSld>
</p:sld>
</file>

<file path=ppt/slides/slide11.xml><?xml version="1.0" encoding="utf-8"?>
<p:sld xmlns:p="http://schemas.openxmlformats.org/presentationml/2006/main">
  <p:cSld>
    <p:spTree>
      <p:nvGrpSpPr>
        <p:cNvPr id="1" name=""/>
        <p:cNvGrpSpPr/>
        <p:nvPr/>
      </p:nvGrpSpPr>
      <p:grpSpPr/>
      <p:pic>
        <p:nvPicPr>
          <p:cNvPr id="3" name="Picture" title="This slide contains the following visuals: textbox ,Supplied Product Count by Supplier ,card ,card ,card ,actionButton ,actionButton. Please refer to the notes on this slide for details">
            <a:hlinkClick xmlns:r="http://schemas.openxmlformats.org/officeDocument/2006/relationships" xmlns:a="http://schemas.openxmlformats.org/drawingml/2006/main" r:id="RelId15"/>
          </p:cNvPr>
          <p:cNvPicPr>
            <a:picLocks xmlns:a="http://schemas.openxmlformats.org/drawingml/2006/main" noChangeAspect="1"/>
          </p:cNvPicPr>
          <p:nvPr/>
        </p:nvPicPr>
        <p:blipFill>
          <a:blip xmlns:r="http://schemas.openxmlformats.org/officeDocument/2006/relationships" xmlns:a="http://schemas.openxmlformats.org/drawingml/2006/main" r:embed="imgId10532162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Q13</a:t>
            </a:r>
          </a:p>
        </p:txBody>
      </p:sp>
    </p:spTree>
    <p:clrMapOvr>
      <a:masterClrMapping xmlns:a="http://schemas.openxmlformats.org/drawingml/2006/main"/>
    </p:clrMapOvr>
  </p:cSld>
</p:sld>
</file>

<file path=ppt/slides/slide12.xml><?xml version="1.0" encoding="utf-8"?>
<p:sld xmlns:p="http://schemas.openxmlformats.org/presentationml/2006/main">
  <p:cSld>
    <p:spTree>
      <p:nvGrpSpPr>
        <p:cNvPr id="1" name=""/>
        <p:cNvGrpSpPr/>
        <p:nvPr/>
      </p:nvGrpSpPr>
      <p:grpSpPr/>
      <p:pic>
        <p:nvPicPr>
          <p:cNvPr id="3" name="Picture" title="This slide contains the following visuals: textbox ,Distribution of Product Unit Prices by Supplier ,Product Pricing by Supplier ,card ,card ,card ,actionButton ,actionButton. Please refer to the notes on this slide for details">
            <a:hlinkClick xmlns:r="http://schemas.openxmlformats.org/officeDocument/2006/relationships" xmlns:a="http://schemas.openxmlformats.org/drawingml/2006/main" r:id="RelId16"/>
          </p:cNvPr>
          <p:cNvPicPr>
            <a:picLocks xmlns:a="http://schemas.openxmlformats.org/drawingml/2006/main" noChangeAspect="1"/>
          </p:cNvPicPr>
          <p:nvPr/>
        </p:nvPicPr>
        <p:blipFill>
          <a:blip xmlns:r="http://schemas.openxmlformats.org/officeDocument/2006/relationships" xmlns:a="http://schemas.openxmlformats.org/drawingml/2006/main" r:embed="imgId10532162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Q14</a:t>
            </a:r>
          </a:p>
        </p:txBody>
      </p:sp>
    </p:spTree>
    <p:clrMapOvr>
      <a:masterClrMapping xmlns:a="http://schemas.openxmlformats.org/drawingml/2006/main"/>
    </p:clrMapOvr>
  </p:cSld>
</p:sld>
</file>

<file path=ppt/slides/slide13.xml><?xml version="1.0" encoding="utf-8"?>
<p:sld xmlns:p="http://schemas.openxmlformats.org/presentationml/2006/main">
  <p:cSld>
    <p:spTree>
      <p:nvGrpSpPr>
        <p:cNvPr id="1" name=""/>
        <p:cNvGrpSpPr/>
        <p:nvPr/>
      </p:nvGrpSpPr>
      <p:grpSpPr/>
      <p:pic>
        <p:nvPicPr>
          <p:cNvPr id="3" name="Picture" title="This slide contains the following visuals: textbox ,MapBySquillion ,card ,slicer ,card ,actionButton ,actionButton. Please refer to the notes on this slide for details">
            <a:hlinkClick xmlns:r="http://schemas.openxmlformats.org/officeDocument/2006/relationships" xmlns:a="http://schemas.openxmlformats.org/drawingml/2006/main" r:id="RelId17"/>
          </p:cNvPr>
          <p:cNvPicPr>
            <a:picLocks xmlns:a="http://schemas.openxmlformats.org/drawingml/2006/main" noChangeAspect="1"/>
          </p:cNvPicPr>
          <p:nvPr/>
        </p:nvPicPr>
        <p:blipFill>
          <a:blip xmlns:r="http://schemas.openxmlformats.org/officeDocument/2006/relationships" xmlns:a="http://schemas.openxmlformats.org/drawingml/2006/main" r:embed="imgId10532162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Q15</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textbox ,Average of Shipping Duration by Country ,card ,card ,slicer ,actionButton ,actionButton.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10532161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Q6</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textbox ,Employee Distribution by Title ,card ,slicer ,card ,actionButton ,actionButton.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10532161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Q7</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textbox ,Employee Tenure Distribution by Role and Country ,card ,card ,card ,actionButton ,actionButton.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10532161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Q8</a:t>
            </a:r>
          </a:p>
        </p:txBody>
      </p:sp>
    </p:spTree>
    <p:clrMapOvr>
      <a:masterClrMapping xmlns:a="http://schemas.openxmlformats.org/drawingml/2006/main"/>
    </p:clrMapOvr>
  </p:cSld>
</p:sld>
</file>

<file path=ppt/slides/slided.xml><?xml version="1.0" encoding="utf-8"?>
<p:sld xmlns:p="http://schemas.openxmlformats.org/presentationml/2006/main">
  <p:cSld>
    <p:spTree>
      <p:nvGrpSpPr>
        <p:cNvPr id="1" name=""/>
        <p:cNvGrpSpPr/>
        <p:nvPr/>
      </p:nvGrpSpPr>
      <p:grpSpPr/>
      <p:pic>
        <p:nvPicPr>
          <p:cNvPr id="3" name="Picture" title="This slide contains the following visuals: textbox ,orgChart021B261450284A21B688B59A7342AC52 ,card ,card ,slicer ,actionButton ,actionButton. Please refer to the notes on this slide for details">
            <a:hlinkClick xmlns:r="http://schemas.openxmlformats.org/officeDocument/2006/relationships" xmlns:a="http://schemas.openxmlformats.org/drawingml/2006/main" r:id="RelId11"/>
          </p:cNvPr>
          <p:cNvPicPr>
            <a:picLocks xmlns:a="http://schemas.openxmlformats.org/drawingml/2006/main" noChangeAspect="1"/>
          </p:cNvPicPr>
          <p:nvPr/>
        </p:nvPicPr>
        <p:blipFill>
          <a:blip xmlns:r="http://schemas.openxmlformats.org/officeDocument/2006/relationships" xmlns:a="http://schemas.openxmlformats.org/drawingml/2006/main" r:embed="imgId10532161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Q9</a:t>
            </a:r>
          </a:p>
        </p:txBody>
      </p:sp>
    </p:spTree>
    <p:clrMapOvr>
      <a:masterClrMapping xmlns:a="http://schemas.openxmlformats.org/drawingml/2006/main"/>
    </p:clrMapOvr>
  </p:cSld>
</p:sld>
</file>

<file path=ppt/slides/slidee.xml><?xml version="1.0" encoding="utf-8"?>
<p:sld xmlns:p="http://schemas.openxmlformats.org/presentationml/2006/main">
  <p:cSld>
    <p:spTree>
      <p:nvGrpSpPr>
        <p:cNvPr id="1" name=""/>
        <p:cNvGrpSpPr/>
        <p:nvPr/>
      </p:nvGrpSpPr>
      <p:grpSpPr/>
      <p:pic>
        <p:nvPicPr>
          <p:cNvPr id="3" name="Picture" title="This slide contains the following visuals: textbox ,Total Sales by Products ,card ,card ,card ,slicer ,actionButton ,actionButton. Please refer to the notes on this slide for details">
            <a:hlinkClick xmlns:r="http://schemas.openxmlformats.org/officeDocument/2006/relationships" xmlns:a="http://schemas.openxmlformats.org/drawingml/2006/main" r:id="RelId12"/>
          </p:cNvPr>
          <p:cNvPicPr>
            <a:picLocks xmlns:a="http://schemas.openxmlformats.org/drawingml/2006/main" noChangeAspect="1"/>
          </p:cNvPicPr>
          <p:nvPr/>
        </p:nvPicPr>
        <p:blipFill>
          <a:blip xmlns:r="http://schemas.openxmlformats.org/officeDocument/2006/relationships" xmlns:a="http://schemas.openxmlformats.org/drawingml/2006/main" r:embed="imgId10532161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Q10</a:t>
            </a:r>
          </a:p>
        </p:txBody>
      </p:sp>
    </p:spTree>
    <p:clrMapOvr>
      <a:masterClrMapping xmlns:a="http://schemas.openxmlformats.org/drawingml/2006/main"/>
    </p:clrMapOvr>
  </p:cSld>
</p:sld>
</file>

<file path=ppt/slides/slidef.xml><?xml version="1.0" encoding="utf-8"?>
<p:sld xmlns:p="http://schemas.openxmlformats.org/presentationml/2006/main">
  <p:cSld>
    <p:spTree>
      <p:nvGrpSpPr>
        <p:cNvPr id="1" name=""/>
        <p:cNvGrpSpPr/>
        <p:nvPr/>
      </p:nvGrpSpPr>
      <p:grpSpPr/>
      <p:pic>
        <p:nvPicPr>
          <p:cNvPr id="3" name="Picture" title="This slide contains the following visuals: textbox ,Sales by Product Category ,card ,card ,Total Sales by Year and Quarter ,actionButton ,actionButton. Please refer to the notes on this slide for details">
            <a:hlinkClick xmlns:r="http://schemas.openxmlformats.org/officeDocument/2006/relationships" xmlns:a="http://schemas.openxmlformats.org/drawingml/2006/main" r:id="RelId13"/>
          </p:cNvPr>
          <p:cNvPicPr>
            <a:picLocks xmlns:a="http://schemas.openxmlformats.org/drawingml/2006/main" noChangeAspect="1"/>
          </p:cNvPicPr>
          <p:nvPr/>
        </p:nvPicPr>
        <p:blipFill>
          <a:blip xmlns:r="http://schemas.openxmlformats.org/officeDocument/2006/relationships" xmlns:a="http://schemas.openxmlformats.org/drawingml/2006/main" r:embed="imgId10532162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Q11</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